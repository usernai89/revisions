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myocarde est le muscle du cœur.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Anatomie du cœur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cavités cardiaques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oreillette droite</a:t>
            </a:r>
          </a:p>
          <a:p>
            <a:r>
              <a:t>ventricule droit</a:t>
            </a:r>
          </a:p>
          <a:p>
            <a:r>
              <a:t>oreillette gauche</a:t>
            </a:r>
          </a:p>
          <a:p>
            <a:r>
              <a:t>ventricule gauche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